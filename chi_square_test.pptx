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350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06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90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042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16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80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895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03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33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45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430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59230-7705-46A9-8D42-686934CC141A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6894D-4E89-40F1-BA59-AFC8AD9A0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3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1042987"/>
            <a:ext cx="1103947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428625"/>
            <a:ext cx="1118235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2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-965200"/>
            <a:ext cx="11725275" cy="712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48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457200"/>
            <a:ext cx="1190625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9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700087"/>
            <a:ext cx="11820525" cy="54578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2" y="5994082"/>
            <a:ext cx="23145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57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823912"/>
            <a:ext cx="109251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0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" y="152400"/>
            <a:ext cx="1174432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3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" y="360680"/>
            <a:ext cx="1159192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33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</cp:revision>
  <dcterms:created xsi:type="dcterms:W3CDTF">2026-04-06T16:31:53Z</dcterms:created>
  <dcterms:modified xsi:type="dcterms:W3CDTF">2026-04-06T16:49:05Z</dcterms:modified>
</cp:coreProperties>
</file>